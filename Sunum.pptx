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7" r:id="rId2"/>
    <p:sldId id="256" r:id="rId3"/>
    <p:sldId id="257" r:id="rId4"/>
    <p:sldId id="258" r:id="rId5"/>
    <p:sldId id="259" r:id="rId6"/>
    <p:sldId id="260" r:id="rId7"/>
    <p:sldId id="261"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6" r:id="rId30"/>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72E2E40-BC1C-C17B-E7FA-75E385CBF0EA}"/>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FEC6A409-927C-0600-1339-A2341372D8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CDD1CF33-D1F3-A337-7138-8F8CA1657000}"/>
              </a:ext>
            </a:extLst>
          </p:cNvPr>
          <p:cNvSpPr>
            <a:spLocks noGrp="1"/>
          </p:cNvSpPr>
          <p:nvPr>
            <p:ph type="dt" sz="half" idx="10"/>
          </p:nvPr>
        </p:nvSpPr>
        <p:spPr/>
        <p:txBody>
          <a:bodyPr/>
          <a:lstStyle/>
          <a:p>
            <a:fld id="{6EFF1D41-46C4-486B-8BF7-4350B915816F}" type="datetimeFigureOut">
              <a:rPr lang="tr-TR" smtClean="0"/>
              <a:t>28.07.2024</a:t>
            </a:fld>
            <a:endParaRPr lang="tr-TR"/>
          </a:p>
        </p:txBody>
      </p:sp>
      <p:sp>
        <p:nvSpPr>
          <p:cNvPr id="5" name="Alt Bilgi Yer Tutucusu 4">
            <a:extLst>
              <a:ext uri="{FF2B5EF4-FFF2-40B4-BE49-F238E27FC236}">
                <a16:creationId xmlns:a16="http://schemas.microsoft.com/office/drawing/2014/main" id="{5E2A182A-C562-6AFE-9A39-09449A7B1FE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197BEA7-02C6-080B-75E5-AF8E261B1172}"/>
              </a:ext>
            </a:extLst>
          </p:cNvPr>
          <p:cNvSpPr>
            <a:spLocks noGrp="1"/>
          </p:cNvSpPr>
          <p:nvPr>
            <p:ph type="sldNum" sz="quarter" idx="12"/>
          </p:nvPr>
        </p:nvSpPr>
        <p:spPr/>
        <p:txBody>
          <a:bodyPr/>
          <a:lstStyle/>
          <a:p>
            <a:fld id="{8ACFD299-7C3D-45D1-A26F-503DDBA268C4}" type="slidenum">
              <a:rPr lang="tr-TR" smtClean="0"/>
              <a:t>‹#›</a:t>
            </a:fld>
            <a:endParaRPr lang="tr-TR"/>
          </a:p>
        </p:txBody>
      </p:sp>
    </p:spTree>
    <p:extLst>
      <p:ext uri="{BB962C8B-B14F-4D97-AF65-F5344CB8AC3E}">
        <p14:creationId xmlns:p14="http://schemas.microsoft.com/office/powerpoint/2010/main" val="2348673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9E93C26-A1D8-6755-67B1-906BE05E5A09}"/>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CD2A0F4B-C7BC-AFA7-0C50-64C97BB89D00}"/>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CC24708-97B4-C188-FBF5-295E6CF4CABE}"/>
              </a:ext>
            </a:extLst>
          </p:cNvPr>
          <p:cNvSpPr>
            <a:spLocks noGrp="1"/>
          </p:cNvSpPr>
          <p:nvPr>
            <p:ph type="dt" sz="half" idx="10"/>
          </p:nvPr>
        </p:nvSpPr>
        <p:spPr/>
        <p:txBody>
          <a:bodyPr/>
          <a:lstStyle/>
          <a:p>
            <a:fld id="{6EFF1D41-46C4-486B-8BF7-4350B915816F}" type="datetimeFigureOut">
              <a:rPr lang="tr-TR" smtClean="0"/>
              <a:t>28.07.2024</a:t>
            </a:fld>
            <a:endParaRPr lang="tr-TR"/>
          </a:p>
        </p:txBody>
      </p:sp>
      <p:sp>
        <p:nvSpPr>
          <p:cNvPr id="5" name="Alt Bilgi Yer Tutucusu 4">
            <a:extLst>
              <a:ext uri="{FF2B5EF4-FFF2-40B4-BE49-F238E27FC236}">
                <a16:creationId xmlns:a16="http://schemas.microsoft.com/office/drawing/2014/main" id="{32D9B456-494D-1719-4D7F-94A8920FB85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5C26BC8-75C7-DCAB-7615-31AC8AEDAE31}"/>
              </a:ext>
            </a:extLst>
          </p:cNvPr>
          <p:cNvSpPr>
            <a:spLocks noGrp="1"/>
          </p:cNvSpPr>
          <p:nvPr>
            <p:ph type="sldNum" sz="quarter" idx="12"/>
          </p:nvPr>
        </p:nvSpPr>
        <p:spPr/>
        <p:txBody>
          <a:bodyPr/>
          <a:lstStyle/>
          <a:p>
            <a:fld id="{8ACFD299-7C3D-45D1-A26F-503DDBA268C4}" type="slidenum">
              <a:rPr lang="tr-TR" smtClean="0"/>
              <a:t>‹#›</a:t>
            </a:fld>
            <a:endParaRPr lang="tr-TR"/>
          </a:p>
        </p:txBody>
      </p:sp>
    </p:spTree>
    <p:extLst>
      <p:ext uri="{BB962C8B-B14F-4D97-AF65-F5344CB8AC3E}">
        <p14:creationId xmlns:p14="http://schemas.microsoft.com/office/powerpoint/2010/main" val="162284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EB2A8B1-75D5-DBCD-0860-15D3227C21A7}"/>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F51E2EFB-A76B-3F4F-03E3-B28836C0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F03BEEEF-97CA-0670-2C79-0D5CA4576C03}"/>
              </a:ext>
            </a:extLst>
          </p:cNvPr>
          <p:cNvSpPr>
            <a:spLocks noGrp="1"/>
          </p:cNvSpPr>
          <p:nvPr>
            <p:ph type="dt" sz="half" idx="10"/>
          </p:nvPr>
        </p:nvSpPr>
        <p:spPr/>
        <p:txBody>
          <a:bodyPr/>
          <a:lstStyle/>
          <a:p>
            <a:fld id="{6EFF1D41-46C4-486B-8BF7-4350B915816F}" type="datetimeFigureOut">
              <a:rPr lang="tr-TR" smtClean="0"/>
              <a:t>28.07.2024</a:t>
            </a:fld>
            <a:endParaRPr lang="tr-TR"/>
          </a:p>
        </p:txBody>
      </p:sp>
      <p:sp>
        <p:nvSpPr>
          <p:cNvPr id="5" name="Alt Bilgi Yer Tutucusu 4">
            <a:extLst>
              <a:ext uri="{FF2B5EF4-FFF2-40B4-BE49-F238E27FC236}">
                <a16:creationId xmlns:a16="http://schemas.microsoft.com/office/drawing/2014/main" id="{CDC3D622-0363-F433-AE35-4558599AD53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C91CC1CC-0CB1-6EDA-974C-33966E1794E6}"/>
              </a:ext>
            </a:extLst>
          </p:cNvPr>
          <p:cNvSpPr>
            <a:spLocks noGrp="1"/>
          </p:cNvSpPr>
          <p:nvPr>
            <p:ph type="sldNum" sz="quarter" idx="12"/>
          </p:nvPr>
        </p:nvSpPr>
        <p:spPr/>
        <p:txBody>
          <a:bodyPr/>
          <a:lstStyle/>
          <a:p>
            <a:fld id="{8ACFD299-7C3D-45D1-A26F-503DDBA268C4}" type="slidenum">
              <a:rPr lang="tr-TR" smtClean="0"/>
              <a:t>‹#›</a:t>
            </a:fld>
            <a:endParaRPr lang="tr-TR"/>
          </a:p>
        </p:txBody>
      </p:sp>
    </p:spTree>
    <p:extLst>
      <p:ext uri="{BB962C8B-B14F-4D97-AF65-F5344CB8AC3E}">
        <p14:creationId xmlns:p14="http://schemas.microsoft.com/office/powerpoint/2010/main" val="3906156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12BC04F-57AB-E41B-14DA-99884DCEB126}"/>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74791187-C5A4-738A-568E-12563C7824D6}"/>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25A58EFD-7795-8905-163C-85020536984E}"/>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A901CE4B-3924-E25F-78F4-91652227F17F}"/>
              </a:ext>
            </a:extLst>
          </p:cNvPr>
          <p:cNvSpPr>
            <a:spLocks noGrp="1"/>
          </p:cNvSpPr>
          <p:nvPr>
            <p:ph type="dt" sz="half" idx="10"/>
          </p:nvPr>
        </p:nvSpPr>
        <p:spPr/>
        <p:txBody>
          <a:bodyPr/>
          <a:lstStyle/>
          <a:p>
            <a:fld id="{6EFF1D41-46C4-486B-8BF7-4350B915816F}" type="datetimeFigureOut">
              <a:rPr lang="tr-TR" smtClean="0"/>
              <a:t>28.07.2024</a:t>
            </a:fld>
            <a:endParaRPr lang="tr-TR"/>
          </a:p>
        </p:txBody>
      </p:sp>
      <p:sp>
        <p:nvSpPr>
          <p:cNvPr id="6" name="Alt Bilgi Yer Tutucusu 5">
            <a:extLst>
              <a:ext uri="{FF2B5EF4-FFF2-40B4-BE49-F238E27FC236}">
                <a16:creationId xmlns:a16="http://schemas.microsoft.com/office/drawing/2014/main" id="{E70F1548-02EF-4AA0-8DA4-BAC69D79F79E}"/>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C3822F98-3BA4-CF7E-5788-EC03F14AD6DA}"/>
              </a:ext>
            </a:extLst>
          </p:cNvPr>
          <p:cNvSpPr>
            <a:spLocks noGrp="1"/>
          </p:cNvSpPr>
          <p:nvPr>
            <p:ph type="sldNum" sz="quarter" idx="12"/>
          </p:nvPr>
        </p:nvSpPr>
        <p:spPr/>
        <p:txBody>
          <a:bodyPr/>
          <a:lstStyle/>
          <a:p>
            <a:fld id="{8ACFD299-7C3D-45D1-A26F-503DDBA268C4}" type="slidenum">
              <a:rPr lang="tr-TR" smtClean="0"/>
              <a:t>‹#›</a:t>
            </a:fld>
            <a:endParaRPr lang="tr-TR"/>
          </a:p>
        </p:txBody>
      </p:sp>
    </p:spTree>
    <p:extLst>
      <p:ext uri="{BB962C8B-B14F-4D97-AF65-F5344CB8AC3E}">
        <p14:creationId xmlns:p14="http://schemas.microsoft.com/office/powerpoint/2010/main" val="3376815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A7C78C6-599B-D508-E56F-6E605E3A5F15}"/>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49ED4C23-531B-51B8-05A7-6FD3EC11DE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D5A580BF-53C3-8EDE-BE90-BD9173F2338E}"/>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1115D37B-01C9-0F46-45BE-59F62037CC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1B91F01C-46A5-2817-F656-878900B3A6FF}"/>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7C9F2D82-55B2-5D13-4213-B0FF2DEF9877}"/>
              </a:ext>
            </a:extLst>
          </p:cNvPr>
          <p:cNvSpPr>
            <a:spLocks noGrp="1"/>
          </p:cNvSpPr>
          <p:nvPr>
            <p:ph type="dt" sz="half" idx="10"/>
          </p:nvPr>
        </p:nvSpPr>
        <p:spPr/>
        <p:txBody>
          <a:bodyPr/>
          <a:lstStyle/>
          <a:p>
            <a:fld id="{6EFF1D41-46C4-486B-8BF7-4350B915816F}" type="datetimeFigureOut">
              <a:rPr lang="tr-TR" smtClean="0"/>
              <a:t>28.07.2024</a:t>
            </a:fld>
            <a:endParaRPr lang="tr-TR"/>
          </a:p>
        </p:txBody>
      </p:sp>
      <p:sp>
        <p:nvSpPr>
          <p:cNvPr id="8" name="Alt Bilgi Yer Tutucusu 7">
            <a:extLst>
              <a:ext uri="{FF2B5EF4-FFF2-40B4-BE49-F238E27FC236}">
                <a16:creationId xmlns:a16="http://schemas.microsoft.com/office/drawing/2014/main" id="{15E11881-CBA0-39C9-70EB-40B50F4F37F8}"/>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6AC3EC2D-1E42-4FFA-5AFE-7664F4189B59}"/>
              </a:ext>
            </a:extLst>
          </p:cNvPr>
          <p:cNvSpPr>
            <a:spLocks noGrp="1"/>
          </p:cNvSpPr>
          <p:nvPr>
            <p:ph type="sldNum" sz="quarter" idx="12"/>
          </p:nvPr>
        </p:nvSpPr>
        <p:spPr/>
        <p:txBody>
          <a:bodyPr/>
          <a:lstStyle/>
          <a:p>
            <a:fld id="{8ACFD299-7C3D-45D1-A26F-503DDBA268C4}" type="slidenum">
              <a:rPr lang="tr-TR" smtClean="0"/>
              <a:t>‹#›</a:t>
            </a:fld>
            <a:endParaRPr lang="tr-TR"/>
          </a:p>
        </p:txBody>
      </p:sp>
    </p:spTree>
    <p:extLst>
      <p:ext uri="{BB962C8B-B14F-4D97-AF65-F5344CB8AC3E}">
        <p14:creationId xmlns:p14="http://schemas.microsoft.com/office/powerpoint/2010/main" val="2796860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B6E4D70-3DE0-5CFC-78D0-3C72E5FD0BE6}"/>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CB493F91-46B7-BED0-0EEE-04A4944ED6F9}"/>
              </a:ext>
            </a:extLst>
          </p:cNvPr>
          <p:cNvSpPr>
            <a:spLocks noGrp="1"/>
          </p:cNvSpPr>
          <p:nvPr>
            <p:ph type="dt" sz="half" idx="10"/>
          </p:nvPr>
        </p:nvSpPr>
        <p:spPr/>
        <p:txBody>
          <a:bodyPr/>
          <a:lstStyle/>
          <a:p>
            <a:fld id="{6EFF1D41-46C4-486B-8BF7-4350B915816F}" type="datetimeFigureOut">
              <a:rPr lang="tr-TR" smtClean="0"/>
              <a:t>28.07.2024</a:t>
            </a:fld>
            <a:endParaRPr lang="tr-TR"/>
          </a:p>
        </p:txBody>
      </p:sp>
      <p:sp>
        <p:nvSpPr>
          <p:cNvPr id="4" name="Alt Bilgi Yer Tutucusu 3">
            <a:extLst>
              <a:ext uri="{FF2B5EF4-FFF2-40B4-BE49-F238E27FC236}">
                <a16:creationId xmlns:a16="http://schemas.microsoft.com/office/drawing/2014/main" id="{AEF6E009-0A8A-2737-E658-7D9CB6D47DB4}"/>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B3422633-AA6D-FFDE-11AF-015FAA714BF7}"/>
              </a:ext>
            </a:extLst>
          </p:cNvPr>
          <p:cNvSpPr>
            <a:spLocks noGrp="1"/>
          </p:cNvSpPr>
          <p:nvPr>
            <p:ph type="sldNum" sz="quarter" idx="12"/>
          </p:nvPr>
        </p:nvSpPr>
        <p:spPr/>
        <p:txBody>
          <a:bodyPr/>
          <a:lstStyle/>
          <a:p>
            <a:fld id="{8ACFD299-7C3D-45D1-A26F-503DDBA268C4}" type="slidenum">
              <a:rPr lang="tr-TR" smtClean="0"/>
              <a:t>‹#›</a:t>
            </a:fld>
            <a:endParaRPr lang="tr-TR"/>
          </a:p>
        </p:txBody>
      </p:sp>
    </p:spTree>
    <p:extLst>
      <p:ext uri="{BB962C8B-B14F-4D97-AF65-F5344CB8AC3E}">
        <p14:creationId xmlns:p14="http://schemas.microsoft.com/office/powerpoint/2010/main" val="2441065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77632641-C138-57AA-D0AF-8F464ECE0CBD}"/>
              </a:ext>
            </a:extLst>
          </p:cNvPr>
          <p:cNvSpPr>
            <a:spLocks noGrp="1"/>
          </p:cNvSpPr>
          <p:nvPr>
            <p:ph type="dt" sz="half" idx="10"/>
          </p:nvPr>
        </p:nvSpPr>
        <p:spPr/>
        <p:txBody>
          <a:bodyPr/>
          <a:lstStyle/>
          <a:p>
            <a:fld id="{6EFF1D41-46C4-486B-8BF7-4350B915816F}" type="datetimeFigureOut">
              <a:rPr lang="tr-TR" smtClean="0"/>
              <a:t>28.07.2024</a:t>
            </a:fld>
            <a:endParaRPr lang="tr-TR"/>
          </a:p>
        </p:txBody>
      </p:sp>
      <p:sp>
        <p:nvSpPr>
          <p:cNvPr id="3" name="Alt Bilgi Yer Tutucusu 2">
            <a:extLst>
              <a:ext uri="{FF2B5EF4-FFF2-40B4-BE49-F238E27FC236}">
                <a16:creationId xmlns:a16="http://schemas.microsoft.com/office/drawing/2014/main" id="{C745EF88-41EE-07D1-BADD-BDAC31DA8C9D}"/>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C8965E78-6401-5974-1CF3-D62D72717DED}"/>
              </a:ext>
            </a:extLst>
          </p:cNvPr>
          <p:cNvSpPr>
            <a:spLocks noGrp="1"/>
          </p:cNvSpPr>
          <p:nvPr>
            <p:ph type="sldNum" sz="quarter" idx="12"/>
          </p:nvPr>
        </p:nvSpPr>
        <p:spPr/>
        <p:txBody>
          <a:bodyPr/>
          <a:lstStyle/>
          <a:p>
            <a:fld id="{8ACFD299-7C3D-45D1-A26F-503DDBA268C4}" type="slidenum">
              <a:rPr lang="tr-TR" smtClean="0"/>
              <a:t>‹#›</a:t>
            </a:fld>
            <a:endParaRPr lang="tr-TR"/>
          </a:p>
        </p:txBody>
      </p:sp>
    </p:spTree>
    <p:extLst>
      <p:ext uri="{BB962C8B-B14F-4D97-AF65-F5344CB8AC3E}">
        <p14:creationId xmlns:p14="http://schemas.microsoft.com/office/powerpoint/2010/main" val="3233087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C0855C0-2057-6A29-0A3D-4E3BA3E5C17B}"/>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6943E8B2-A270-67C7-7AB6-5F84931B61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A8CA5A4F-33C1-BF02-1E64-BABD4024CF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76B3BC22-1641-0DA1-05EE-3B251C94C5B8}"/>
              </a:ext>
            </a:extLst>
          </p:cNvPr>
          <p:cNvSpPr>
            <a:spLocks noGrp="1"/>
          </p:cNvSpPr>
          <p:nvPr>
            <p:ph type="dt" sz="half" idx="10"/>
          </p:nvPr>
        </p:nvSpPr>
        <p:spPr/>
        <p:txBody>
          <a:bodyPr/>
          <a:lstStyle/>
          <a:p>
            <a:fld id="{6EFF1D41-46C4-486B-8BF7-4350B915816F}" type="datetimeFigureOut">
              <a:rPr lang="tr-TR" smtClean="0"/>
              <a:t>28.07.2024</a:t>
            </a:fld>
            <a:endParaRPr lang="tr-TR"/>
          </a:p>
        </p:txBody>
      </p:sp>
      <p:sp>
        <p:nvSpPr>
          <p:cNvPr id="6" name="Alt Bilgi Yer Tutucusu 5">
            <a:extLst>
              <a:ext uri="{FF2B5EF4-FFF2-40B4-BE49-F238E27FC236}">
                <a16:creationId xmlns:a16="http://schemas.microsoft.com/office/drawing/2014/main" id="{8337DDE2-773F-3E9F-B364-3B7FF1D8591F}"/>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D645D0E2-9B4C-E355-6313-A7F8787E5F79}"/>
              </a:ext>
            </a:extLst>
          </p:cNvPr>
          <p:cNvSpPr>
            <a:spLocks noGrp="1"/>
          </p:cNvSpPr>
          <p:nvPr>
            <p:ph type="sldNum" sz="quarter" idx="12"/>
          </p:nvPr>
        </p:nvSpPr>
        <p:spPr/>
        <p:txBody>
          <a:bodyPr/>
          <a:lstStyle/>
          <a:p>
            <a:fld id="{8ACFD299-7C3D-45D1-A26F-503DDBA268C4}" type="slidenum">
              <a:rPr lang="tr-TR" smtClean="0"/>
              <a:t>‹#›</a:t>
            </a:fld>
            <a:endParaRPr lang="tr-TR"/>
          </a:p>
        </p:txBody>
      </p:sp>
    </p:spTree>
    <p:extLst>
      <p:ext uri="{BB962C8B-B14F-4D97-AF65-F5344CB8AC3E}">
        <p14:creationId xmlns:p14="http://schemas.microsoft.com/office/powerpoint/2010/main" val="2929086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F48C3A9-8E86-2DD6-C234-D4A7B9F0D2AD}"/>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9CB743E7-8806-0C4B-EB2D-B50C864C58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CBCFB278-AD3D-EA35-9548-AA445A7BD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7527EC9B-9211-1127-D0E3-CCA22412D05A}"/>
              </a:ext>
            </a:extLst>
          </p:cNvPr>
          <p:cNvSpPr>
            <a:spLocks noGrp="1"/>
          </p:cNvSpPr>
          <p:nvPr>
            <p:ph type="dt" sz="half" idx="10"/>
          </p:nvPr>
        </p:nvSpPr>
        <p:spPr/>
        <p:txBody>
          <a:bodyPr/>
          <a:lstStyle/>
          <a:p>
            <a:fld id="{6EFF1D41-46C4-486B-8BF7-4350B915816F}" type="datetimeFigureOut">
              <a:rPr lang="tr-TR" smtClean="0"/>
              <a:t>28.07.2024</a:t>
            </a:fld>
            <a:endParaRPr lang="tr-TR"/>
          </a:p>
        </p:txBody>
      </p:sp>
      <p:sp>
        <p:nvSpPr>
          <p:cNvPr id="6" name="Alt Bilgi Yer Tutucusu 5">
            <a:extLst>
              <a:ext uri="{FF2B5EF4-FFF2-40B4-BE49-F238E27FC236}">
                <a16:creationId xmlns:a16="http://schemas.microsoft.com/office/drawing/2014/main" id="{49950918-995B-6B93-0A3B-020B5E27146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7B21BA7C-E6BA-D646-61C2-E01091467F7B}"/>
              </a:ext>
            </a:extLst>
          </p:cNvPr>
          <p:cNvSpPr>
            <a:spLocks noGrp="1"/>
          </p:cNvSpPr>
          <p:nvPr>
            <p:ph type="sldNum" sz="quarter" idx="12"/>
          </p:nvPr>
        </p:nvSpPr>
        <p:spPr/>
        <p:txBody>
          <a:bodyPr/>
          <a:lstStyle/>
          <a:p>
            <a:fld id="{8ACFD299-7C3D-45D1-A26F-503DDBA268C4}" type="slidenum">
              <a:rPr lang="tr-TR" smtClean="0"/>
              <a:t>‹#›</a:t>
            </a:fld>
            <a:endParaRPr lang="tr-TR"/>
          </a:p>
        </p:txBody>
      </p:sp>
    </p:spTree>
    <p:extLst>
      <p:ext uri="{BB962C8B-B14F-4D97-AF65-F5344CB8AC3E}">
        <p14:creationId xmlns:p14="http://schemas.microsoft.com/office/powerpoint/2010/main" val="2281147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021E86A-D44F-282B-EA8A-09964AD0499C}"/>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D25EE52E-CF34-7F50-B898-C608F22FE64C}"/>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7C4FA3D-7594-4203-EE64-4FF571532B76}"/>
              </a:ext>
            </a:extLst>
          </p:cNvPr>
          <p:cNvSpPr>
            <a:spLocks noGrp="1"/>
          </p:cNvSpPr>
          <p:nvPr>
            <p:ph type="dt" sz="half" idx="10"/>
          </p:nvPr>
        </p:nvSpPr>
        <p:spPr/>
        <p:txBody>
          <a:bodyPr/>
          <a:lstStyle/>
          <a:p>
            <a:fld id="{6EFF1D41-46C4-486B-8BF7-4350B915816F}" type="datetimeFigureOut">
              <a:rPr lang="tr-TR" smtClean="0"/>
              <a:t>28.07.2024</a:t>
            </a:fld>
            <a:endParaRPr lang="tr-TR"/>
          </a:p>
        </p:txBody>
      </p:sp>
      <p:sp>
        <p:nvSpPr>
          <p:cNvPr id="5" name="Alt Bilgi Yer Tutucusu 4">
            <a:extLst>
              <a:ext uri="{FF2B5EF4-FFF2-40B4-BE49-F238E27FC236}">
                <a16:creationId xmlns:a16="http://schemas.microsoft.com/office/drawing/2014/main" id="{D2776275-250F-C371-3CE5-90412249432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28F5E42-D062-5440-9BBC-75DDF34BE6DD}"/>
              </a:ext>
            </a:extLst>
          </p:cNvPr>
          <p:cNvSpPr>
            <a:spLocks noGrp="1"/>
          </p:cNvSpPr>
          <p:nvPr>
            <p:ph type="sldNum" sz="quarter" idx="12"/>
          </p:nvPr>
        </p:nvSpPr>
        <p:spPr/>
        <p:txBody>
          <a:bodyPr/>
          <a:lstStyle/>
          <a:p>
            <a:fld id="{8ACFD299-7C3D-45D1-A26F-503DDBA268C4}" type="slidenum">
              <a:rPr lang="tr-TR" smtClean="0"/>
              <a:t>‹#›</a:t>
            </a:fld>
            <a:endParaRPr lang="tr-TR"/>
          </a:p>
        </p:txBody>
      </p:sp>
    </p:spTree>
    <p:extLst>
      <p:ext uri="{BB962C8B-B14F-4D97-AF65-F5344CB8AC3E}">
        <p14:creationId xmlns:p14="http://schemas.microsoft.com/office/powerpoint/2010/main" val="2122304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1372E148-ABC8-BBDE-571F-F3C2A2A05E69}"/>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109417C3-FA01-F011-0F4A-6A525CD92F5E}"/>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71A8C8A1-C238-79B8-416E-1F473D11C60E}"/>
              </a:ext>
            </a:extLst>
          </p:cNvPr>
          <p:cNvSpPr>
            <a:spLocks noGrp="1"/>
          </p:cNvSpPr>
          <p:nvPr>
            <p:ph type="dt" sz="half" idx="10"/>
          </p:nvPr>
        </p:nvSpPr>
        <p:spPr/>
        <p:txBody>
          <a:bodyPr/>
          <a:lstStyle/>
          <a:p>
            <a:fld id="{6EFF1D41-46C4-486B-8BF7-4350B915816F}" type="datetimeFigureOut">
              <a:rPr lang="tr-TR" smtClean="0"/>
              <a:t>28.07.2024</a:t>
            </a:fld>
            <a:endParaRPr lang="tr-TR"/>
          </a:p>
        </p:txBody>
      </p:sp>
      <p:sp>
        <p:nvSpPr>
          <p:cNvPr id="5" name="Alt Bilgi Yer Tutucusu 4">
            <a:extLst>
              <a:ext uri="{FF2B5EF4-FFF2-40B4-BE49-F238E27FC236}">
                <a16:creationId xmlns:a16="http://schemas.microsoft.com/office/drawing/2014/main" id="{66914F0B-96A2-0E7A-3B89-062DF1A2753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197E003-8408-F738-EE21-B34400F9032C}"/>
              </a:ext>
            </a:extLst>
          </p:cNvPr>
          <p:cNvSpPr>
            <a:spLocks noGrp="1"/>
          </p:cNvSpPr>
          <p:nvPr>
            <p:ph type="sldNum" sz="quarter" idx="12"/>
          </p:nvPr>
        </p:nvSpPr>
        <p:spPr/>
        <p:txBody>
          <a:bodyPr/>
          <a:lstStyle/>
          <a:p>
            <a:fld id="{8ACFD299-7C3D-45D1-A26F-503DDBA268C4}" type="slidenum">
              <a:rPr lang="tr-TR" smtClean="0"/>
              <a:t>‹#›</a:t>
            </a:fld>
            <a:endParaRPr lang="tr-TR"/>
          </a:p>
        </p:txBody>
      </p:sp>
    </p:spTree>
    <p:extLst>
      <p:ext uri="{BB962C8B-B14F-4D97-AF65-F5344CB8AC3E}">
        <p14:creationId xmlns:p14="http://schemas.microsoft.com/office/powerpoint/2010/main" val="1110325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AAD4E00A-2009-9B31-1126-852D29AA6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FCE05D02-847B-AF35-7B7D-58626D0D20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3F6BDD9-CFB8-0C4D-CEDC-A6B1F10BC5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FF1D41-46C4-486B-8BF7-4350B915816F}" type="datetimeFigureOut">
              <a:rPr lang="tr-TR" smtClean="0"/>
              <a:t>28.07.2024</a:t>
            </a:fld>
            <a:endParaRPr lang="tr-TR"/>
          </a:p>
        </p:txBody>
      </p:sp>
      <p:sp>
        <p:nvSpPr>
          <p:cNvPr id="5" name="Alt Bilgi Yer Tutucusu 4">
            <a:extLst>
              <a:ext uri="{FF2B5EF4-FFF2-40B4-BE49-F238E27FC236}">
                <a16:creationId xmlns:a16="http://schemas.microsoft.com/office/drawing/2014/main" id="{E8E2999A-9A61-D9F5-61A2-35E6BA956A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334721EC-4B02-E37D-5868-21AF309567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FD299-7C3D-45D1-A26F-503DDBA268C4}" type="slidenum">
              <a:rPr lang="tr-TR" smtClean="0"/>
              <a:t>‹#›</a:t>
            </a:fld>
            <a:endParaRPr lang="tr-TR"/>
          </a:p>
        </p:txBody>
      </p:sp>
    </p:spTree>
    <p:extLst>
      <p:ext uri="{BB962C8B-B14F-4D97-AF65-F5344CB8AC3E}">
        <p14:creationId xmlns:p14="http://schemas.microsoft.com/office/powerpoint/2010/main" val="2957241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31395BB-1D93-0158-C453-AF9EDFD5C51B}"/>
              </a:ext>
            </a:extLst>
          </p:cNvPr>
          <p:cNvSpPr>
            <a:spLocks noGrp="1"/>
          </p:cNvSpPr>
          <p:nvPr>
            <p:ph type="ctrTitle"/>
          </p:nvPr>
        </p:nvSpPr>
        <p:spPr>
          <a:xfrm>
            <a:off x="1524000" y="6231988"/>
            <a:ext cx="9144000" cy="499476"/>
          </a:xfrm>
        </p:spPr>
        <p:txBody>
          <a:bodyPr>
            <a:normAutofit/>
          </a:bodyPr>
          <a:lstStyle/>
          <a:p>
            <a:r>
              <a:rPr lang="tr-TR" sz="1800" dirty="0"/>
              <a:t>Data Set Link: https://www.kaggle.com/datasets/missionjee/car-sales-report</a:t>
            </a:r>
          </a:p>
        </p:txBody>
      </p:sp>
    </p:spTree>
    <p:extLst>
      <p:ext uri="{BB962C8B-B14F-4D97-AF65-F5344CB8AC3E}">
        <p14:creationId xmlns:p14="http://schemas.microsoft.com/office/powerpoint/2010/main" val="1182560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Resim 6">
            <a:extLst>
              <a:ext uri="{FF2B5EF4-FFF2-40B4-BE49-F238E27FC236}">
                <a16:creationId xmlns:a16="http://schemas.microsoft.com/office/drawing/2014/main" id="{288C8BCF-4059-8F24-B5BB-A16E91DC7F6D}"/>
              </a:ext>
            </a:extLst>
          </p:cNvPr>
          <p:cNvPicPr>
            <a:picLocks noChangeAspect="1"/>
          </p:cNvPicPr>
          <p:nvPr/>
        </p:nvPicPr>
        <p:blipFill>
          <a:blip r:embed="rId2"/>
          <a:stretch>
            <a:fillRect/>
          </a:stretch>
        </p:blipFill>
        <p:spPr>
          <a:xfrm>
            <a:off x="0" y="2127495"/>
            <a:ext cx="12192000" cy="2603010"/>
          </a:xfrm>
          <a:prstGeom prst="rect">
            <a:avLst/>
          </a:prstGeom>
        </p:spPr>
      </p:pic>
    </p:spTree>
    <p:extLst>
      <p:ext uri="{BB962C8B-B14F-4D97-AF65-F5344CB8AC3E}">
        <p14:creationId xmlns:p14="http://schemas.microsoft.com/office/powerpoint/2010/main" val="4045424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94AD018A-DF7D-0023-2864-BA88118BE873}"/>
              </a:ext>
            </a:extLst>
          </p:cNvPr>
          <p:cNvPicPr>
            <a:picLocks noChangeAspect="1"/>
          </p:cNvPicPr>
          <p:nvPr/>
        </p:nvPicPr>
        <p:blipFill>
          <a:blip r:embed="rId2"/>
          <a:stretch>
            <a:fillRect/>
          </a:stretch>
        </p:blipFill>
        <p:spPr>
          <a:xfrm>
            <a:off x="58806" y="1638996"/>
            <a:ext cx="12074387" cy="3580007"/>
          </a:xfrm>
          <a:prstGeom prst="rect">
            <a:avLst/>
          </a:prstGeom>
        </p:spPr>
      </p:pic>
    </p:spTree>
    <p:extLst>
      <p:ext uri="{BB962C8B-B14F-4D97-AF65-F5344CB8AC3E}">
        <p14:creationId xmlns:p14="http://schemas.microsoft.com/office/powerpoint/2010/main" val="3726073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3EC102A0-CE4F-4A87-4656-BC615004854B}"/>
              </a:ext>
            </a:extLst>
          </p:cNvPr>
          <p:cNvPicPr>
            <a:picLocks noChangeAspect="1"/>
          </p:cNvPicPr>
          <p:nvPr/>
        </p:nvPicPr>
        <p:blipFill>
          <a:blip r:embed="rId2"/>
          <a:stretch>
            <a:fillRect/>
          </a:stretch>
        </p:blipFill>
        <p:spPr>
          <a:xfrm>
            <a:off x="0" y="1585385"/>
            <a:ext cx="12192000" cy="3687230"/>
          </a:xfrm>
          <a:prstGeom prst="rect">
            <a:avLst/>
          </a:prstGeom>
        </p:spPr>
      </p:pic>
    </p:spTree>
    <p:extLst>
      <p:ext uri="{BB962C8B-B14F-4D97-AF65-F5344CB8AC3E}">
        <p14:creationId xmlns:p14="http://schemas.microsoft.com/office/powerpoint/2010/main" val="2445873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2B012DFD-A550-8972-B191-72C1C8581356}"/>
              </a:ext>
            </a:extLst>
          </p:cNvPr>
          <p:cNvPicPr>
            <a:picLocks noChangeAspect="1"/>
          </p:cNvPicPr>
          <p:nvPr/>
        </p:nvPicPr>
        <p:blipFill>
          <a:blip r:embed="rId2"/>
          <a:stretch>
            <a:fillRect/>
          </a:stretch>
        </p:blipFill>
        <p:spPr>
          <a:xfrm>
            <a:off x="0" y="1322011"/>
            <a:ext cx="12192000" cy="4213977"/>
          </a:xfrm>
          <a:prstGeom prst="rect">
            <a:avLst/>
          </a:prstGeom>
        </p:spPr>
      </p:pic>
      <p:pic>
        <p:nvPicPr>
          <p:cNvPr id="7" name="Resim 6">
            <a:extLst>
              <a:ext uri="{FF2B5EF4-FFF2-40B4-BE49-F238E27FC236}">
                <a16:creationId xmlns:a16="http://schemas.microsoft.com/office/drawing/2014/main" id="{E3280DE1-4F03-6261-5A54-4804388AFAD3}"/>
              </a:ext>
            </a:extLst>
          </p:cNvPr>
          <p:cNvPicPr>
            <a:picLocks noChangeAspect="1"/>
          </p:cNvPicPr>
          <p:nvPr/>
        </p:nvPicPr>
        <p:blipFill>
          <a:blip r:embed="rId3"/>
          <a:stretch>
            <a:fillRect/>
          </a:stretch>
        </p:blipFill>
        <p:spPr>
          <a:xfrm>
            <a:off x="6096000" y="1723786"/>
            <a:ext cx="4553243" cy="3812202"/>
          </a:xfrm>
          <a:prstGeom prst="rect">
            <a:avLst/>
          </a:prstGeom>
        </p:spPr>
      </p:pic>
    </p:spTree>
    <p:extLst>
      <p:ext uri="{BB962C8B-B14F-4D97-AF65-F5344CB8AC3E}">
        <p14:creationId xmlns:p14="http://schemas.microsoft.com/office/powerpoint/2010/main" val="2426644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3B59B9CC-8DCD-7CBA-4831-319AB4885287}"/>
              </a:ext>
            </a:extLst>
          </p:cNvPr>
          <p:cNvPicPr>
            <a:picLocks noChangeAspect="1"/>
          </p:cNvPicPr>
          <p:nvPr/>
        </p:nvPicPr>
        <p:blipFill>
          <a:blip r:embed="rId2"/>
          <a:stretch>
            <a:fillRect/>
          </a:stretch>
        </p:blipFill>
        <p:spPr>
          <a:xfrm>
            <a:off x="869852" y="1227823"/>
            <a:ext cx="10452295" cy="4402354"/>
          </a:xfrm>
          <a:prstGeom prst="rect">
            <a:avLst/>
          </a:prstGeom>
        </p:spPr>
      </p:pic>
    </p:spTree>
    <p:extLst>
      <p:ext uri="{BB962C8B-B14F-4D97-AF65-F5344CB8AC3E}">
        <p14:creationId xmlns:p14="http://schemas.microsoft.com/office/powerpoint/2010/main" val="1995686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B0D11D43-3556-4FD6-171E-61BD11B50669}"/>
              </a:ext>
            </a:extLst>
          </p:cNvPr>
          <p:cNvPicPr>
            <a:picLocks noChangeAspect="1"/>
          </p:cNvPicPr>
          <p:nvPr/>
        </p:nvPicPr>
        <p:blipFill>
          <a:blip r:embed="rId2"/>
          <a:stretch>
            <a:fillRect/>
          </a:stretch>
        </p:blipFill>
        <p:spPr>
          <a:xfrm>
            <a:off x="2016369" y="0"/>
            <a:ext cx="8159262" cy="6791872"/>
          </a:xfrm>
          <a:prstGeom prst="rect">
            <a:avLst/>
          </a:prstGeom>
        </p:spPr>
      </p:pic>
    </p:spTree>
    <p:extLst>
      <p:ext uri="{BB962C8B-B14F-4D97-AF65-F5344CB8AC3E}">
        <p14:creationId xmlns:p14="http://schemas.microsoft.com/office/powerpoint/2010/main" val="75851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C3670338-D9E1-BFDB-6C46-2E33EE5BA2AB}"/>
              </a:ext>
            </a:extLst>
          </p:cNvPr>
          <p:cNvPicPr>
            <a:picLocks noChangeAspect="1"/>
          </p:cNvPicPr>
          <p:nvPr/>
        </p:nvPicPr>
        <p:blipFill>
          <a:blip r:embed="rId2"/>
          <a:stretch>
            <a:fillRect/>
          </a:stretch>
        </p:blipFill>
        <p:spPr>
          <a:xfrm>
            <a:off x="12444" y="763172"/>
            <a:ext cx="12167111" cy="5331655"/>
          </a:xfrm>
          <a:prstGeom prst="rect">
            <a:avLst/>
          </a:prstGeom>
        </p:spPr>
      </p:pic>
    </p:spTree>
    <p:extLst>
      <p:ext uri="{BB962C8B-B14F-4D97-AF65-F5344CB8AC3E}">
        <p14:creationId xmlns:p14="http://schemas.microsoft.com/office/powerpoint/2010/main" val="3457553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7513CAD2-D4DC-F6D8-0A31-97AF985FF77D}"/>
              </a:ext>
            </a:extLst>
          </p:cNvPr>
          <p:cNvPicPr>
            <a:picLocks noChangeAspect="1"/>
          </p:cNvPicPr>
          <p:nvPr/>
        </p:nvPicPr>
        <p:blipFill>
          <a:blip r:embed="rId2"/>
          <a:stretch>
            <a:fillRect/>
          </a:stretch>
        </p:blipFill>
        <p:spPr>
          <a:xfrm>
            <a:off x="62332" y="2529063"/>
            <a:ext cx="12067336" cy="1799873"/>
          </a:xfrm>
          <a:prstGeom prst="rect">
            <a:avLst/>
          </a:prstGeom>
        </p:spPr>
      </p:pic>
    </p:spTree>
    <p:extLst>
      <p:ext uri="{BB962C8B-B14F-4D97-AF65-F5344CB8AC3E}">
        <p14:creationId xmlns:p14="http://schemas.microsoft.com/office/powerpoint/2010/main" val="2063283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40706D4F-9DC8-1854-A82F-F03A832D0660}"/>
              </a:ext>
            </a:extLst>
          </p:cNvPr>
          <p:cNvPicPr>
            <a:picLocks noChangeAspect="1"/>
          </p:cNvPicPr>
          <p:nvPr/>
        </p:nvPicPr>
        <p:blipFill>
          <a:blip r:embed="rId2"/>
          <a:stretch>
            <a:fillRect/>
          </a:stretch>
        </p:blipFill>
        <p:spPr>
          <a:xfrm>
            <a:off x="1334627" y="0"/>
            <a:ext cx="9522746" cy="6858000"/>
          </a:xfrm>
          <a:prstGeom prst="rect">
            <a:avLst/>
          </a:prstGeom>
        </p:spPr>
      </p:pic>
    </p:spTree>
    <p:extLst>
      <p:ext uri="{BB962C8B-B14F-4D97-AF65-F5344CB8AC3E}">
        <p14:creationId xmlns:p14="http://schemas.microsoft.com/office/powerpoint/2010/main" val="25974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99E03166-83C3-1EBA-A92C-99EFA1D2A9CB}"/>
              </a:ext>
            </a:extLst>
          </p:cNvPr>
          <p:cNvPicPr>
            <a:picLocks noChangeAspect="1"/>
          </p:cNvPicPr>
          <p:nvPr/>
        </p:nvPicPr>
        <p:blipFill>
          <a:blip r:embed="rId2"/>
          <a:stretch>
            <a:fillRect/>
          </a:stretch>
        </p:blipFill>
        <p:spPr>
          <a:xfrm>
            <a:off x="0" y="0"/>
            <a:ext cx="11912082" cy="6858000"/>
          </a:xfrm>
          <a:prstGeom prst="rect">
            <a:avLst/>
          </a:prstGeom>
        </p:spPr>
      </p:pic>
    </p:spTree>
    <p:extLst>
      <p:ext uri="{BB962C8B-B14F-4D97-AF65-F5344CB8AC3E}">
        <p14:creationId xmlns:p14="http://schemas.microsoft.com/office/powerpoint/2010/main" val="1209017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12A33989-7D34-BFFD-45A0-52BAC3D9847A}"/>
              </a:ext>
            </a:extLst>
          </p:cNvPr>
          <p:cNvPicPr>
            <a:picLocks noChangeAspect="1"/>
          </p:cNvPicPr>
          <p:nvPr/>
        </p:nvPicPr>
        <p:blipFill>
          <a:blip r:embed="rId2"/>
          <a:stretch>
            <a:fillRect/>
          </a:stretch>
        </p:blipFill>
        <p:spPr>
          <a:xfrm>
            <a:off x="20444" y="2259918"/>
            <a:ext cx="12171556" cy="2338163"/>
          </a:xfrm>
          <a:prstGeom prst="rect">
            <a:avLst/>
          </a:prstGeom>
        </p:spPr>
      </p:pic>
    </p:spTree>
    <p:extLst>
      <p:ext uri="{BB962C8B-B14F-4D97-AF65-F5344CB8AC3E}">
        <p14:creationId xmlns:p14="http://schemas.microsoft.com/office/powerpoint/2010/main" val="3028884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AA1E1500-56B0-7FC4-A764-7737FC240B01}"/>
              </a:ext>
            </a:extLst>
          </p:cNvPr>
          <p:cNvPicPr>
            <a:picLocks noChangeAspect="1"/>
          </p:cNvPicPr>
          <p:nvPr/>
        </p:nvPicPr>
        <p:blipFill>
          <a:blip r:embed="rId2"/>
          <a:stretch>
            <a:fillRect/>
          </a:stretch>
        </p:blipFill>
        <p:spPr>
          <a:xfrm>
            <a:off x="1350685" y="0"/>
            <a:ext cx="9490630" cy="6858000"/>
          </a:xfrm>
          <a:prstGeom prst="rect">
            <a:avLst/>
          </a:prstGeom>
        </p:spPr>
      </p:pic>
    </p:spTree>
    <p:extLst>
      <p:ext uri="{BB962C8B-B14F-4D97-AF65-F5344CB8AC3E}">
        <p14:creationId xmlns:p14="http://schemas.microsoft.com/office/powerpoint/2010/main" val="3361563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A7CF1596-9328-F3BB-EFBD-C66B56687CCC}"/>
              </a:ext>
            </a:extLst>
          </p:cNvPr>
          <p:cNvPicPr>
            <a:picLocks noChangeAspect="1"/>
          </p:cNvPicPr>
          <p:nvPr/>
        </p:nvPicPr>
        <p:blipFill>
          <a:blip r:embed="rId2"/>
          <a:stretch>
            <a:fillRect/>
          </a:stretch>
        </p:blipFill>
        <p:spPr>
          <a:xfrm>
            <a:off x="0" y="1851581"/>
            <a:ext cx="12192000" cy="3154837"/>
          </a:xfrm>
          <a:prstGeom prst="rect">
            <a:avLst/>
          </a:prstGeom>
        </p:spPr>
      </p:pic>
    </p:spTree>
    <p:extLst>
      <p:ext uri="{BB962C8B-B14F-4D97-AF65-F5344CB8AC3E}">
        <p14:creationId xmlns:p14="http://schemas.microsoft.com/office/powerpoint/2010/main" val="4212973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D0D27BD9-B992-9CEC-E5AE-9AF9B11ABD4B}"/>
              </a:ext>
            </a:extLst>
          </p:cNvPr>
          <p:cNvPicPr>
            <a:picLocks noChangeAspect="1"/>
          </p:cNvPicPr>
          <p:nvPr/>
        </p:nvPicPr>
        <p:blipFill>
          <a:blip r:embed="rId2"/>
          <a:stretch>
            <a:fillRect/>
          </a:stretch>
        </p:blipFill>
        <p:spPr>
          <a:xfrm>
            <a:off x="43752" y="2480988"/>
            <a:ext cx="12104495" cy="1896024"/>
          </a:xfrm>
          <a:prstGeom prst="rect">
            <a:avLst/>
          </a:prstGeom>
        </p:spPr>
      </p:pic>
    </p:spTree>
    <p:extLst>
      <p:ext uri="{BB962C8B-B14F-4D97-AF65-F5344CB8AC3E}">
        <p14:creationId xmlns:p14="http://schemas.microsoft.com/office/powerpoint/2010/main" val="348818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Resim 6">
            <a:extLst>
              <a:ext uri="{FF2B5EF4-FFF2-40B4-BE49-F238E27FC236}">
                <a16:creationId xmlns:a16="http://schemas.microsoft.com/office/drawing/2014/main" id="{E352F255-B33B-A25C-9E5A-AF2436FB8132}"/>
              </a:ext>
            </a:extLst>
          </p:cNvPr>
          <p:cNvPicPr>
            <a:picLocks noChangeAspect="1"/>
          </p:cNvPicPr>
          <p:nvPr/>
        </p:nvPicPr>
        <p:blipFill>
          <a:blip r:embed="rId2"/>
          <a:stretch>
            <a:fillRect/>
          </a:stretch>
        </p:blipFill>
        <p:spPr>
          <a:xfrm>
            <a:off x="1326389" y="0"/>
            <a:ext cx="9539221" cy="6858000"/>
          </a:xfrm>
          <a:prstGeom prst="rect">
            <a:avLst/>
          </a:prstGeom>
        </p:spPr>
      </p:pic>
    </p:spTree>
    <p:extLst>
      <p:ext uri="{BB962C8B-B14F-4D97-AF65-F5344CB8AC3E}">
        <p14:creationId xmlns:p14="http://schemas.microsoft.com/office/powerpoint/2010/main" val="4223717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286FB8DC-85BB-B914-6843-71D89EA5BA6E}"/>
              </a:ext>
            </a:extLst>
          </p:cNvPr>
          <p:cNvPicPr>
            <a:picLocks noChangeAspect="1"/>
          </p:cNvPicPr>
          <p:nvPr/>
        </p:nvPicPr>
        <p:blipFill>
          <a:blip r:embed="rId2"/>
          <a:stretch>
            <a:fillRect/>
          </a:stretch>
        </p:blipFill>
        <p:spPr>
          <a:xfrm>
            <a:off x="2808694" y="0"/>
            <a:ext cx="6574612" cy="6858000"/>
          </a:xfrm>
          <a:prstGeom prst="rect">
            <a:avLst/>
          </a:prstGeom>
        </p:spPr>
      </p:pic>
    </p:spTree>
    <p:extLst>
      <p:ext uri="{BB962C8B-B14F-4D97-AF65-F5344CB8AC3E}">
        <p14:creationId xmlns:p14="http://schemas.microsoft.com/office/powerpoint/2010/main" val="2340884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98C863F8-49D3-545E-0080-D934AD55228C}"/>
              </a:ext>
            </a:extLst>
          </p:cNvPr>
          <p:cNvPicPr>
            <a:picLocks noChangeAspect="1"/>
          </p:cNvPicPr>
          <p:nvPr/>
        </p:nvPicPr>
        <p:blipFill>
          <a:blip r:embed="rId2"/>
          <a:stretch>
            <a:fillRect/>
          </a:stretch>
        </p:blipFill>
        <p:spPr>
          <a:xfrm>
            <a:off x="57403" y="2499567"/>
            <a:ext cx="12077193" cy="1858866"/>
          </a:xfrm>
          <a:prstGeom prst="rect">
            <a:avLst/>
          </a:prstGeom>
        </p:spPr>
      </p:pic>
    </p:spTree>
    <p:extLst>
      <p:ext uri="{BB962C8B-B14F-4D97-AF65-F5344CB8AC3E}">
        <p14:creationId xmlns:p14="http://schemas.microsoft.com/office/powerpoint/2010/main" val="2899807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0581F33-C05E-277A-B0DF-A0790A9664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6688" y="0"/>
            <a:ext cx="67770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36602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68A25504-8478-1E54-3A4E-3BCC3930E933}"/>
              </a:ext>
            </a:extLst>
          </p:cNvPr>
          <p:cNvPicPr>
            <a:picLocks noChangeAspect="1"/>
          </p:cNvPicPr>
          <p:nvPr/>
        </p:nvPicPr>
        <p:blipFill>
          <a:blip r:embed="rId2"/>
          <a:stretch>
            <a:fillRect/>
          </a:stretch>
        </p:blipFill>
        <p:spPr>
          <a:xfrm>
            <a:off x="0" y="1397000"/>
            <a:ext cx="12192000" cy="4063999"/>
          </a:xfrm>
          <a:prstGeom prst="rect">
            <a:avLst/>
          </a:prstGeom>
        </p:spPr>
      </p:pic>
    </p:spTree>
    <p:extLst>
      <p:ext uri="{BB962C8B-B14F-4D97-AF65-F5344CB8AC3E}">
        <p14:creationId xmlns:p14="http://schemas.microsoft.com/office/powerpoint/2010/main" val="1435351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91BF26FC-A697-38ED-0370-E2E05BCA47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5196" y="0"/>
            <a:ext cx="964160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2568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1E640355-3B13-29F1-5403-EEF8088E16E2}"/>
              </a:ext>
            </a:extLst>
          </p:cNvPr>
          <p:cNvPicPr>
            <a:picLocks noChangeAspect="1"/>
          </p:cNvPicPr>
          <p:nvPr/>
        </p:nvPicPr>
        <p:blipFill>
          <a:blip r:embed="rId2"/>
          <a:stretch>
            <a:fillRect/>
          </a:stretch>
        </p:blipFill>
        <p:spPr>
          <a:xfrm>
            <a:off x="701040" y="0"/>
            <a:ext cx="10789920" cy="6852650"/>
          </a:xfrm>
          <a:prstGeom prst="rect">
            <a:avLst/>
          </a:prstGeom>
        </p:spPr>
      </p:pic>
    </p:spTree>
    <p:extLst>
      <p:ext uri="{BB962C8B-B14F-4D97-AF65-F5344CB8AC3E}">
        <p14:creationId xmlns:p14="http://schemas.microsoft.com/office/powerpoint/2010/main" val="4290463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6EDB8AEA-DE3F-1077-F6DC-380C29DA3A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377" y="0"/>
            <a:ext cx="983924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663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6E97FABE-F527-29AE-7939-749AD2A259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377" y="0"/>
            <a:ext cx="983924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2826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3C0F1762-C0F4-D534-6007-20E5077289B1}"/>
              </a:ext>
            </a:extLst>
          </p:cNvPr>
          <p:cNvPicPr>
            <a:picLocks noChangeAspect="1"/>
          </p:cNvPicPr>
          <p:nvPr/>
        </p:nvPicPr>
        <p:blipFill>
          <a:blip r:embed="rId2"/>
          <a:stretch>
            <a:fillRect/>
          </a:stretch>
        </p:blipFill>
        <p:spPr>
          <a:xfrm>
            <a:off x="523030" y="0"/>
            <a:ext cx="11145940" cy="6858000"/>
          </a:xfrm>
          <a:prstGeom prst="rect">
            <a:avLst/>
          </a:prstGeom>
        </p:spPr>
      </p:pic>
    </p:spTree>
    <p:extLst>
      <p:ext uri="{BB962C8B-B14F-4D97-AF65-F5344CB8AC3E}">
        <p14:creationId xmlns:p14="http://schemas.microsoft.com/office/powerpoint/2010/main" val="329052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FB6B9BC-91CE-E2A4-3017-C7308D539C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5523" y="0"/>
            <a:ext cx="994095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536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795F2F48-4B79-D49D-69C5-569C6CCCF2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5523" y="0"/>
            <a:ext cx="994095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14074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EFEAF05-DD76-6D31-782E-97ACD27184C3}"/>
              </a:ext>
            </a:extLst>
          </p:cNvPr>
          <p:cNvSpPr>
            <a:spLocks noGrp="1"/>
          </p:cNvSpPr>
          <p:nvPr>
            <p:ph idx="1"/>
          </p:nvPr>
        </p:nvSpPr>
        <p:spPr>
          <a:xfrm>
            <a:off x="838200" y="534572"/>
            <a:ext cx="10515600" cy="5642391"/>
          </a:xfrm>
        </p:spPr>
        <p:txBody>
          <a:bodyPr>
            <a:normAutofit fontScale="77500" lnSpcReduction="20000"/>
          </a:bodyPr>
          <a:lstStyle/>
          <a:p>
            <a:r>
              <a:rPr lang="en-US" dirty="0"/>
              <a:t>1. The majority of car buyers are male. Male: 78.6%, Female: 21.4%.</a:t>
            </a:r>
          </a:p>
          <a:p>
            <a:r>
              <a:rPr lang="en-US" dirty="0"/>
              <a:t>2. Among the top 25 best-selling cars, the Diamante model is the most preferred, while the Sunfire is the least preferred.</a:t>
            </a:r>
          </a:p>
          <a:p>
            <a:r>
              <a:rPr lang="en-US" dirty="0"/>
              <a:t>3. Among the top 25 best-selling cars, the vehicle with the highest average price is the LS400, and the one with the lowest is the 323i.</a:t>
            </a:r>
          </a:p>
          <a:p>
            <a:r>
              <a:rPr lang="en-US" dirty="0"/>
              <a:t>4. The most preferred car body types are, in order, SUV, hatchback, sedan, passenger, and hardtop.</a:t>
            </a:r>
          </a:p>
          <a:p>
            <a:r>
              <a:rPr lang="en-US" dirty="0"/>
              <a:t>5. In terms of regional sales, the region with the highest sales is Austin, and the region with the lowest sales is Greenville.</a:t>
            </a:r>
          </a:p>
          <a:p>
            <a:r>
              <a:rPr lang="en-US" dirty="0"/>
              <a:t>6. Based on income, the highest sales are among those with an annual income of 150K and above, followed by those with an annual income between 0 and 30K. Sales among customers with incomes between 30K and 150K are not significant.</a:t>
            </a:r>
          </a:p>
          <a:p>
            <a:r>
              <a:rPr lang="en-US" dirty="0"/>
              <a:t>7. The income range with the highest number of customers for cars priced at 40K and above is 90K to 120K. The income range with the lowest number of customers for cars priced at 17K is 120K to 150K.</a:t>
            </a:r>
          </a:p>
          <a:p>
            <a:r>
              <a:rPr lang="en-US" dirty="0"/>
              <a:t>8. The most preferred car types among both men and women are hatchback and SUV.</a:t>
            </a:r>
          </a:p>
          <a:p>
            <a:r>
              <a:rPr lang="en-US" dirty="0"/>
              <a:t>9. Similarly, the preferred car types among customers with annual incomes up to 30K and those with incomes of 150K and above are hatchback and SUV.</a:t>
            </a:r>
            <a:endParaRPr lang="tr-TR" dirty="0"/>
          </a:p>
        </p:txBody>
      </p:sp>
    </p:spTree>
    <p:extLst>
      <p:ext uri="{BB962C8B-B14F-4D97-AF65-F5344CB8AC3E}">
        <p14:creationId xmlns:p14="http://schemas.microsoft.com/office/powerpoint/2010/main" val="6873492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EFEAF05-DD76-6D31-782E-97ACD27184C3}"/>
              </a:ext>
            </a:extLst>
          </p:cNvPr>
          <p:cNvSpPr>
            <a:spLocks noGrp="1"/>
          </p:cNvSpPr>
          <p:nvPr>
            <p:ph idx="1"/>
          </p:nvPr>
        </p:nvSpPr>
        <p:spPr>
          <a:xfrm>
            <a:off x="838200" y="534572"/>
            <a:ext cx="10515600" cy="5642391"/>
          </a:xfrm>
        </p:spPr>
        <p:txBody>
          <a:bodyPr>
            <a:normAutofit fontScale="77500" lnSpcReduction="20000"/>
          </a:bodyPr>
          <a:lstStyle/>
          <a:p>
            <a:r>
              <a:rPr lang="tr-TR" dirty="0"/>
              <a:t>1. Araç satın alanların çoğunluğu erkektir. Erkek: %78.6, Kadın: %21.4.</a:t>
            </a:r>
          </a:p>
          <a:p>
            <a:r>
              <a:rPr lang="tr-TR" dirty="0"/>
              <a:t>2. En çok satan ilk 25 araç arasında </a:t>
            </a:r>
            <a:r>
              <a:rPr lang="tr-TR" dirty="0" err="1"/>
              <a:t>Diamante</a:t>
            </a:r>
            <a:r>
              <a:rPr lang="tr-TR" dirty="0"/>
              <a:t> model en çok tercih edilirken, </a:t>
            </a:r>
            <a:r>
              <a:rPr lang="tr-TR" dirty="0" err="1"/>
              <a:t>Sunfire</a:t>
            </a:r>
            <a:r>
              <a:rPr lang="tr-TR" dirty="0"/>
              <a:t> en az tercih edilmektedir.</a:t>
            </a:r>
          </a:p>
          <a:p>
            <a:r>
              <a:rPr lang="tr-TR" dirty="0"/>
              <a:t>3. En çok satan ilk 25 araç arasında fiyat ortalaması en yüksek olan araç LS400, en az olan 323i bulunmuştur.</a:t>
            </a:r>
          </a:p>
          <a:p>
            <a:r>
              <a:rPr lang="tr-TR" dirty="0"/>
              <a:t>4. En çok tercih edilen araç gövdeleri sırasıyla SUV, </a:t>
            </a:r>
            <a:r>
              <a:rPr lang="tr-TR" dirty="0" err="1"/>
              <a:t>hatchback</a:t>
            </a:r>
            <a:r>
              <a:rPr lang="tr-TR" dirty="0"/>
              <a:t>, sedan, </a:t>
            </a:r>
            <a:r>
              <a:rPr lang="tr-TR" dirty="0" err="1"/>
              <a:t>passenger</a:t>
            </a:r>
            <a:r>
              <a:rPr lang="tr-TR" dirty="0"/>
              <a:t> ve </a:t>
            </a:r>
            <a:r>
              <a:rPr lang="tr-TR" dirty="0" err="1"/>
              <a:t>hardtop'tur</a:t>
            </a:r>
            <a:r>
              <a:rPr lang="tr-TR" dirty="0"/>
              <a:t>.</a:t>
            </a:r>
          </a:p>
          <a:p>
            <a:r>
              <a:rPr lang="tr-TR" dirty="0"/>
              <a:t>5. Bölgelere göre satış rakamlarında en çok satışın yapıldığı bölge Austin ve en az satışın yapıldığı bölge </a:t>
            </a:r>
            <a:r>
              <a:rPr lang="tr-TR" dirty="0" err="1"/>
              <a:t>Greenville'dir</a:t>
            </a:r>
            <a:r>
              <a:rPr lang="tr-TR" dirty="0"/>
              <a:t>.</a:t>
            </a:r>
          </a:p>
          <a:p>
            <a:r>
              <a:rPr lang="tr-TR" dirty="0"/>
              <a:t>6. Gelirlere göre en çok satışın yapıldığı yıllık geliri 150 bin ve üzeri olanlar ve ardından 0 ila 30 bin arasında yıllık geliri olanlardır. 30 bin ve 150 bin arasında satış yapılan müşteriler kayda değer bir seviyede değildir.</a:t>
            </a:r>
          </a:p>
          <a:p>
            <a:r>
              <a:rPr lang="tr-TR" dirty="0"/>
              <a:t>7. Ortalama fiyatın 40 bin ve üzeri olarak en çok müşterinin bulunduğu yıllık gelir aralığı 90 bin ile 120 </a:t>
            </a:r>
            <a:r>
              <a:rPr lang="tr-TR" dirty="0" err="1"/>
              <a:t>bin'dir</a:t>
            </a:r>
            <a:r>
              <a:rPr lang="tr-TR" dirty="0"/>
              <a:t>. Ortalama olarak bir aracın fiyatının 17 bin ile en düşük olarak tercih edilen müşterilerin yıllık gelirinin 120 bin ve 150 bin arasında olduğu bulunmuştur.</a:t>
            </a:r>
          </a:p>
          <a:p>
            <a:r>
              <a:rPr lang="tr-TR" dirty="0"/>
              <a:t>8. Erkeklerin ve kadınların en çok tercih ettiği araç tiplerinin </a:t>
            </a:r>
            <a:r>
              <a:rPr lang="tr-TR" dirty="0" err="1"/>
              <a:t>hatchback</a:t>
            </a:r>
            <a:r>
              <a:rPr lang="tr-TR" dirty="0"/>
              <a:t> ve SUV olduğu bulunmuştur.</a:t>
            </a:r>
          </a:p>
          <a:p>
            <a:r>
              <a:rPr lang="tr-TR" dirty="0"/>
              <a:t>9. Aynı şekilde, yıllık geliri 30 </a:t>
            </a:r>
            <a:r>
              <a:rPr lang="tr-TR" dirty="0" err="1"/>
              <a:t>bin’e</a:t>
            </a:r>
            <a:r>
              <a:rPr lang="tr-TR" dirty="0"/>
              <a:t> kadar olan ve 150 bin ve üzeri olan müşterilerin tercih ettiği araç tipleri </a:t>
            </a:r>
            <a:r>
              <a:rPr lang="tr-TR" dirty="0" err="1"/>
              <a:t>hatchback</a:t>
            </a:r>
            <a:r>
              <a:rPr lang="tr-TR" dirty="0"/>
              <a:t> ve </a:t>
            </a:r>
            <a:r>
              <a:rPr lang="tr-TR" dirty="0" err="1"/>
              <a:t>SUV'dir</a:t>
            </a:r>
            <a:r>
              <a:rPr lang="tr-TR" dirty="0"/>
              <a:t>.</a:t>
            </a:r>
          </a:p>
        </p:txBody>
      </p:sp>
    </p:spTree>
    <p:extLst>
      <p:ext uri="{BB962C8B-B14F-4D97-AF65-F5344CB8AC3E}">
        <p14:creationId xmlns:p14="http://schemas.microsoft.com/office/powerpoint/2010/main" val="2114681602"/>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508</Words>
  <Application>Microsoft Office PowerPoint</Application>
  <PresentationFormat>Geniş ekran</PresentationFormat>
  <Paragraphs>19</Paragraphs>
  <Slides>29</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29</vt:i4>
      </vt:variant>
    </vt:vector>
  </HeadingPairs>
  <TitlesOfParts>
    <vt:vector size="33" baseType="lpstr">
      <vt:lpstr>Arial</vt:lpstr>
      <vt:lpstr>Calibri</vt:lpstr>
      <vt:lpstr>Calibri Light</vt:lpstr>
      <vt:lpstr>Office Teması</vt:lpstr>
      <vt:lpstr>Data Set Link: https://www.kaggle.com/datasets/missionjee/car-sales-report</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Enes Kaya</dc:creator>
  <cp:lastModifiedBy>Enes Kaya</cp:lastModifiedBy>
  <cp:revision>4</cp:revision>
  <dcterms:created xsi:type="dcterms:W3CDTF">2024-07-27T20:22:06Z</dcterms:created>
  <dcterms:modified xsi:type="dcterms:W3CDTF">2024-07-27T21:32:03Z</dcterms:modified>
</cp:coreProperties>
</file>